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4" d="100"/>
          <a:sy n="144" d="100"/>
        </p:scale>
        <p:origin x="65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8bdc7b04c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8bdc7b04c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8bdc7b04cf_1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8bdc7b04cf_1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8bdc7b04cf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8bdc7b04cf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8bdc7b04cf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8bdc7b04cf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8bdc7b04cf_1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8bdc7b04cf_1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8bdc7b04cf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8bdc7b04cf_1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8bdc7b04cf_1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8bdc7b04cf_1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8bdc7b04cf_1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8bdc7b04cf_1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8bdc7b04cf_1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8bdc7b04cf_1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8bdc7b04cf_1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8bdc7b04cf_1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8bdc7b04cf_1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8bdc7b04cf_1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8bdc7b04cf_1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8bdc7b04cf_1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jollylogic.com/products/chuterelease/#:~:text=For%20model%20rocketry.&amp;text=Chute%20Release%20is%20a%20small,far%20while%20descending%20under%20parachute.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Rocket System Overview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/>
          <p:nvPr/>
        </p:nvSpPr>
        <p:spPr>
          <a:xfrm>
            <a:off x="204275" y="145925"/>
            <a:ext cx="8733000" cy="2203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Ground Component</a:t>
            </a:r>
            <a:endParaRPr/>
          </a:p>
        </p:txBody>
      </p:sp>
      <p:sp>
        <p:nvSpPr>
          <p:cNvPr id="61" name="Google Shape;61;p14"/>
          <p:cNvSpPr/>
          <p:nvPr/>
        </p:nvSpPr>
        <p:spPr>
          <a:xfrm>
            <a:off x="204275" y="2451375"/>
            <a:ext cx="8733000" cy="2524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Rocket Component</a:t>
            </a:r>
            <a:endParaRPr/>
          </a:p>
        </p:txBody>
      </p:sp>
      <p:sp>
        <p:nvSpPr>
          <p:cNvPr id="62" name="Google Shape;62;p14"/>
          <p:cNvSpPr/>
          <p:nvPr/>
        </p:nvSpPr>
        <p:spPr>
          <a:xfrm>
            <a:off x="276425" y="685800"/>
            <a:ext cx="2656500" cy="161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Launch Support Structure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Launch guide</a:t>
            </a:r>
            <a:endParaRPr/>
          </a:p>
        </p:txBody>
      </p:sp>
      <p:sp>
        <p:nvSpPr>
          <p:cNvPr id="63" name="Google Shape;63;p14"/>
          <p:cNvSpPr/>
          <p:nvPr/>
        </p:nvSpPr>
        <p:spPr>
          <a:xfrm>
            <a:off x="3242525" y="685800"/>
            <a:ext cx="2656500" cy="1611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Ground Station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Launch READINESS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Commanding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Telemetry monitoring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Telemetry storage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Telemetry visualization</a:t>
            </a:r>
            <a:endParaRPr/>
          </a:p>
        </p:txBody>
      </p:sp>
      <p:sp>
        <p:nvSpPr>
          <p:cNvPr id="64" name="Google Shape;64;p14"/>
          <p:cNvSpPr/>
          <p:nvPr/>
        </p:nvSpPr>
        <p:spPr>
          <a:xfrm>
            <a:off x="6164025" y="364800"/>
            <a:ext cx="2656500" cy="9129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Launch Range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Launch control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Recovery locations</a:t>
            </a:r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355850" y="2873700"/>
            <a:ext cx="2656500" cy="9129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Structure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Transfer launch loads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House other systems</a:t>
            </a:r>
            <a:endParaRPr/>
          </a:p>
        </p:txBody>
      </p:sp>
      <p:sp>
        <p:nvSpPr>
          <p:cNvPr id="66" name="Google Shape;66;p14"/>
          <p:cNvSpPr/>
          <p:nvPr/>
        </p:nvSpPr>
        <p:spPr>
          <a:xfrm>
            <a:off x="3142000" y="2873700"/>
            <a:ext cx="2979000" cy="9129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Avionics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Capture/transmit flight data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Handle commands</a:t>
            </a:r>
            <a:endParaRPr/>
          </a:p>
        </p:txBody>
      </p:sp>
      <p:sp>
        <p:nvSpPr>
          <p:cNvPr id="67" name="Google Shape;67;p14"/>
          <p:cNvSpPr/>
          <p:nvPr/>
        </p:nvSpPr>
        <p:spPr>
          <a:xfrm>
            <a:off x="6208625" y="2873700"/>
            <a:ext cx="2656500" cy="9129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Actuators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Control rocket attitude</a:t>
            </a:r>
            <a:endParaRPr/>
          </a:p>
        </p:txBody>
      </p:sp>
      <p:sp>
        <p:nvSpPr>
          <p:cNvPr id="68" name="Google Shape;68;p14"/>
          <p:cNvSpPr/>
          <p:nvPr/>
        </p:nvSpPr>
        <p:spPr>
          <a:xfrm>
            <a:off x="355850" y="3923475"/>
            <a:ext cx="2656500" cy="9129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Recovery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Handle rocket coming down</a:t>
            </a:r>
            <a:endParaRPr/>
          </a:p>
        </p:txBody>
      </p:sp>
      <p:sp>
        <p:nvSpPr>
          <p:cNvPr id="69" name="Google Shape;69;p14"/>
          <p:cNvSpPr/>
          <p:nvPr/>
        </p:nvSpPr>
        <p:spPr>
          <a:xfrm>
            <a:off x="3142000" y="3923475"/>
            <a:ext cx="2656500" cy="9129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Propulsion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Propel rocket in intended direction</a:t>
            </a:r>
            <a:endParaRPr/>
          </a:p>
        </p:txBody>
      </p:sp>
      <p:sp>
        <p:nvSpPr>
          <p:cNvPr id="70" name="Google Shape;70;p14"/>
          <p:cNvSpPr/>
          <p:nvPr/>
        </p:nvSpPr>
        <p:spPr>
          <a:xfrm>
            <a:off x="6164025" y="1384500"/>
            <a:ext cx="2656500" cy="9129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Exterior Support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My car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Equipment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>
            <a:off x="311700" y="22033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Ground Component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>
            <a:spLocks noGrp="1"/>
          </p:cNvSpPr>
          <p:nvPr>
            <p:ph type="title"/>
          </p:nvPr>
        </p:nvSpPr>
        <p:spPr>
          <a:xfrm>
            <a:off x="70950" y="875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Launch Support Structure</a:t>
            </a:r>
            <a:endParaRPr/>
          </a:p>
        </p:txBody>
      </p:sp>
      <p:sp>
        <p:nvSpPr>
          <p:cNvPr id="81" name="Google Shape;81;p16"/>
          <p:cNvSpPr txBox="1">
            <a:spLocks noGrp="1"/>
          </p:cNvSpPr>
          <p:nvPr>
            <p:ph type="body" idx="1"/>
          </p:nvPr>
        </p:nvSpPr>
        <p:spPr>
          <a:xfrm>
            <a:off x="107400" y="722025"/>
            <a:ext cx="4430700" cy="416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raise/lower rocket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Provide a stable platform for pre-launch checkouts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Provide a stable platform for launch in all acceptable weather conditions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>
            <a:spLocks noGrp="1"/>
          </p:cNvSpPr>
          <p:nvPr>
            <p:ph type="title"/>
          </p:nvPr>
        </p:nvSpPr>
        <p:spPr>
          <a:xfrm>
            <a:off x="70950" y="875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Ground Station</a:t>
            </a:r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body" idx="1"/>
          </p:nvPr>
        </p:nvSpPr>
        <p:spPr>
          <a:xfrm>
            <a:off x="107400" y="722025"/>
            <a:ext cx="4430700" cy="416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Provides pre-launch checkouts and testing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Connects wirelessly to rocket on pad and in flight for launch readiness and monitoring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Can command rocket at all points in flight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 Monitors telemetry coming from rocket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Stores telemetry coming from rocket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Reports status of components on rocket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Provides telemetry visualization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Provide basic weather and local environment data</a:t>
            </a:r>
            <a:endParaRPr sz="1600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Temperature, humidity, wind speed, wind direction</a:t>
            </a:r>
            <a:endParaRPr sz="12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>
            <a:spLocks noGrp="1"/>
          </p:cNvSpPr>
          <p:nvPr>
            <p:ph type="title"/>
          </p:nvPr>
        </p:nvSpPr>
        <p:spPr>
          <a:xfrm>
            <a:off x="70950" y="875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Launch Range</a:t>
            </a:r>
            <a:endParaRPr/>
          </a:p>
        </p:txBody>
      </p:sp>
      <p:sp>
        <p:nvSpPr>
          <p:cNvPr id="93" name="Google Shape;93;p18"/>
          <p:cNvSpPr txBox="1">
            <a:spLocks noGrp="1"/>
          </p:cNvSpPr>
          <p:nvPr>
            <p:ph type="body" idx="1"/>
          </p:nvPr>
        </p:nvSpPr>
        <p:spPr>
          <a:xfrm>
            <a:off x="107400" y="722025"/>
            <a:ext cx="4430700" cy="416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Provide a location safe to launch rockets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Provide launch ignition control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Provide some materials for retrieving rockets if in tree or some other hard to reach location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Provide the ability to recover the rocket safely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>
            <a:spLocks noGrp="1"/>
          </p:cNvSpPr>
          <p:nvPr>
            <p:ph type="title"/>
          </p:nvPr>
        </p:nvSpPr>
        <p:spPr>
          <a:xfrm>
            <a:off x="70950" y="875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Exterior Support Equipment</a:t>
            </a:r>
            <a:endParaRPr/>
          </a:p>
        </p:txBody>
      </p:sp>
      <p:sp>
        <p:nvSpPr>
          <p:cNvPr id="99" name="Google Shape;99;p19"/>
          <p:cNvSpPr txBox="1">
            <a:spLocks noGrp="1"/>
          </p:cNvSpPr>
          <p:nvPr>
            <p:ph type="body" idx="1"/>
          </p:nvPr>
        </p:nvSpPr>
        <p:spPr>
          <a:xfrm>
            <a:off x="107400" y="722025"/>
            <a:ext cx="4430700" cy="416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Small first aid kit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My car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 shovel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Table/tarp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ESD protection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Shade of some sort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Basic toolbox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Tape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Putty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Eye Protection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Gloves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Rocket stand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>
            <a:spLocks noGrp="1"/>
          </p:cNvSpPr>
          <p:nvPr>
            <p:ph type="title"/>
          </p:nvPr>
        </p:nvSpPr>
        <p:spPr>
          <a:xfrm>
            <a:off x="311700" y="22033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Rocket Component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>
            <a:spLocks noGrp="1"/>
          </p:cNvSpPr>
          <p:nvPr>
            <p:ph type="title"/>
          </p:nvPr>
        </p:nvSpPr>
        <p:spPr>
          <a:xfrm>
            <a:off x="70950" y="875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Structure</a:t>
            </a:r>
            <a:endParaRPr/>
          </a:p>
        </p:txBody>
      </p:sp>
      <p:sp>
        <p:nvSpPr>
          <p:cNvPr id="110" name="Google Shape;110;p21"/>
          <p:cNvSpPr txBox="1">
            <a:spLocks noGrp="1"/>
          </p:cNvSpPr>
          <p:nvPr>
            <p:ph type="body" idx="1"/>
          </p:nvPr>
        </p:nvSpPr>
        <p:spPr>
          <a:xfrm>
            <a:off x="107400" y="722025"/>
            <a:ext cx="4430700" cy="416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Provide a way of transferring various loads properly through airframe without damaging other components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Vertical standing, launch loads, horizontal assembly and test loads, landing loads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Actuator and fin loads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Be heat resistant to propulsion temps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Be heat resistant to env temps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Be resistant to humidity and moisture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Provide separation for recovery system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Proper alignment for avionics sensors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>
            <a:spLocks noGrp="1"/>
          </p:cNvSpPr>
          <p:nvPr>
            <p:ph type="title"/>
          </p:nvPr>
        </p:nvSpPr>
        <p:spPr>
          <a:xfrm>
            <a:off x="70950" y="875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Avionics</a:t>
            </a:r>
            <a:endParaRPr/>
          </a:p>
        </p:txBody>
      </p:sp>
      <p:sp>
        <p:nvSpPr>
          <p:cNvPr id="116" name="Google Shape;116;p22"/>
          <p:cNvSpPr txBox="1">
            <a:spLocks noGrp="1"/>
          </p:cNvSpPr>
          <p:nvPr>
            <p:ph type="body" idx="1"/>
          </p:nvPr>
        </p:nvSpPr>
        <p:spPr>
          <a:xfrm>
            <a:off x="107400" y="722025"/>
            <a:ext cx="8691300" cy="416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Collect sensor data</a:t>
            </a:r>
            <a:endParaRPr sz="1600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Accel, gps, gyro, altitude (baro)</a:t>
            </a:r>
            <a:endParaRPr sz="1200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Put sensor collection on a schedule + time each collection from start of launch</a:t>
            </a:r>
            <a:endParaRPr sz="12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Calculate relevant flight data</a:t>
            </a:r>
            <a:endParaRPr sz="1600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Velocity, attitude</a:t>
            </a:r>
            <a:endParaRPr sz="12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Transmit sensor data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Store sensor data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Handle state transitions</a:t>
            </a:r>
            <a:endParaRPr sz="1600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Use hash for getting state settings</a:t>
            </a:r>
            <a:endParaRPr sz="1200"/>
          </a:p>
          <a:p>
            <a:pPr marL="1371600" lvl="2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Sensor collection rates, command filters, OTHER STATE SETTINGS?</a:t>
            </a:r>
            <a:endParaRPr sz="12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Handle recovery system deployment</a:t>
            </a:r>
            <a:endParaRPr sz="1600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Custom board works with commercial sensors for pyro control</a:t>
            </a:r>
            <a:endParaRPr sz="12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Handle commands and related functions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Provide visual indicators for testing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Provide audio indicators for testing and recovery</a:t>
            </a:r>
            <a:endParaRPr sz="1600"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Facilitate sensor testing</a:t>
            </a:r>
            <a:endParaRPr sz="1600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Checking connection, values</a:t>
            </a:r>
            <a:endParaRPr sz="12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>
            <a:spLocks noGrp="1"/>
          </p:cNvSpPr>
          <p:nvPr>
            <p:ph type="title"/>
          </p:nvPr>
        </p:nvSpPr>
        <p:spPr>
          <a:xfrm>
            <a:off x="70950" y="875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Actuators</a:t>
            </a:r>
            <a:endParaRPr/>
          </a:p>
        </p:txBody>
      </p:sp>
      <p:sp>
        <p:nvSpPr>
          <p:cNvPr id="122" name="Google Shape;122;p23"/>
          <p:cNvSpPr txBox="1">
            <a:spLocks noGrp="1"/>
          </p:cNvSpPr>
          <p:nvPr>
            <p:ph type="body" idx="1"/>
          </p:nvPr>
        </p:nvSpPr>
        <p:spPr>
          <a:xfrm>
            <a:off x="107400" y="722025"/>
            <a:ext cx="6298200" cy="416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Provide dynamic correction from desired rocket orientation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Probably not much of this on the first rocket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Later ideas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Cold gas, thrust vector, flaps, reaction wheel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>
            <a:spLocks noGrp="1"/>
          </p:cNvSpPr>
          <p:nvPr>
            <p:ph type="title"/>
          </p:nvPr>
        </p:nvSpPr>
        <p:spPr>
          <a:xfrm>
            <a:off x="70950" y="875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Recovery</a:t>
            </a:r>
            <a:endParaRPr/>
          </a:p>
        </p:txBody>
      </p:sp>
      <p:sp>
        <p:nvSpPr>
          <p:cNvPr id="128" name="Google Shape;128;p24"/>
          <p:cNvSpPr txBox="1">
            <a:spLocks noGrp="1"/>
          </p:cNvSpPr>
          <p:nvPr>
            <p:ph type="body" idx="1"/>
          </p:nvPr>
        </p:nvSpPr>
        <p:spPr>
          <a:xfrm>
            <a:off x="107400" y="722025"/>
            <a:ext cx="6298200" cy="416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To be provided with dual deployment parachutes or streamer and controlled deploy main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100" u="sng">
                <a:solidFill>
                  <a:schemeClr val="hlink"/>
                </a:solidFill>
                <a:hlinkClick r:id="rId3"/>
              </a:rPr>
              <a:t>https://jollylogic.com/products/chuterelease/#:~:text=For%20model%20rocketry.&amp;text=Chute%20Release%20is%20a%20small,far%20while%20descending%20under%20parachute.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Allow the rocket to descend safely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 future want to use propulsive landing of some sort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Provide bright colors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No non-reused portion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No waste product to be left at landing or ejected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Possibly active control of parachute deployment amount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>
            <a:spLocks noGrp="1"/>
          </p:cNvSpPr>
          <p:nvPr>
            <p:ph type="title"/>
          </p:nvPr>
        </p:nvSpPr>
        <p:spPr>
          <a:xfrm>
            <a:off x="70950" y="875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Propulsion</a:t>
            </a:r>
            <a:endParaRPr/>
          </a:p>
        </p:txBody>
      </p:sp>
      <p:sp>
        <p:nvSpPr>
          <p:cNvPr id="134" name="Google Shape;134;p25"/>
          <p:cNvSpPr txBox="1">
            <a:spLocks noGrp="1"/>
          </p:cNvSpPr>
          <p:nvPr>
            <p:ph type="body" idx="1"/>
          </p:nvPr>
        </p:nvSpPr>
        <p:spPr>
          <a:xfrm>
            <a:off x="107400" y="722025"/>
            <a:ext cx="6298200" cy="416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Provides the force necessary to propel the rocket upward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Could sort of be classed as an actuator, but major system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Start with a solid rocket at first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May move to hybrid or liquid fuels later 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Provide suitable thrust curve to not destroy structure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Maximum reusability by utilizing motor reload kits and aluminum motor casings for solids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Some sort of cooling for liquid rocket if ever used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574</Words>
  <Application>Microsoft Office PowerPoint</Application>
  <PresentationFormat>On-screen Show (16:9)</PresentationFormat>
  <Paragraphs>112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Simple Light</vt:lpstr>
      <vt:lpstr>Rocket System Overview</vt:lpstr>
      <vt:lpstr>PowerPoint Presentation</vt:lpstr>
      <vt:lpstr>Ground Component</vt:lpstr>
      <vt:lpstr>Launch Support Structure</vt:lpstr>
      <vt:lpstr>Ground Station</vt:lpstr>
      <vt:lpstr>Launch Range</vt:lpstr>
      <vt:lpstr>Exterior Support Equipment</vt:lpstr>
      <vt:lpstr>Rocket Component</vt:lpstr>
      <vt:lpstr>Structure</vt:lpstr>
      <vt:lpstr>Avionics</vt:lpstr>
      <vt:lpstr>Actuators</vt:lpstr>
      <vt:lpstr>Recovery</vt:lpstr>
      <vt:lpstr>Propulsion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Rocket System Overview</dc:title>
  <cp:lastModifiedBy>Connor Latham</cp:lastModifiedBy>
  <cp:revision>1</cp:revision>
  <dcterms:modified xsi:type="dcterms:W3CDTF">2020-08-01T20:09:00Z</dcterms:modified>
</cp:coreProperties>
</file>